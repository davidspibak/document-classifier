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Document Auto-Classification &amp; Semantic Search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Offline, single-GPU Windows desktop application for hierarchical document classification and multilingual semantic search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49377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Project: docclassify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Stack: Python 3.11+ · PySide6 · SQLite + LanceDB · BGE-M3 · Qwen2.5-7B (local LLM)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Prepared as a technical architecture reference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3D7EA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System Architecture</a:t>
            </a:r>
            <a:endParaRPr lang="en-US" sz="2400" dirty="0"/>
          </a:p>
        </p:txBody>
      </p:sp>
      <p:pic>
        <p:nvPicPr>
          <p:cNvPr id="3" name="Image 0" descr="architecture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22960"/>
            <a:ext cx="11640312" cy="58064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Shared Pipeline &amp; Two Subsystems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611880" cy="5120640"/>
          </a:xfrm>
          <a:prstGeom prst="roundRect">
            <a:avLst>
              <a:gd name="adj" fmla="val 2025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2344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Shared Ingestion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32004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Parse PDF / DOCX / PPTX / HTML / TXT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OCR fallback: Tesseract → EasyOCR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Language ID per chunk (fastText)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Sliding-window chunking with overlap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SHA-256 content dedup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Embed with BGE-M3 (1024-d, multilingual)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251960" y="1051560"/>
            <a:ext cx="3611880" cy="5120640"/>
          </a:xfrm>
          <a:prstGeom prst="roundRect">
            <a:avLst>
              <a:gd name="adj" fmla="val 2025"/>
            </a:avLst>
          </a:prstGeom>
          <a:solidFill>
            <a:srgbClr val="FAEEF4"/>
          </a:solidFill>
          <a:ln w="12700">
            <a:solidFill>
              <a:srgbClr val="FAEE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0" y="12344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480560" y="1783080"/>
            <a:ext cx="32004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Fixed taxonomy, built once via clustering + LLM labeling + human review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Top-down cosine similarity match, level by level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LLM tie-breaker (constrained to top-N) on low confidence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Unresolved cases go to a human review queue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Result stored in SQLite (category_path, confidence, status)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046720" y="1051560"/>
            <a:ext cx="3611880" cy="5120640"/>
          </a:xfrm>
          <a:prstGeom prst="roundRect">
            <a:avLst>
              <a:gd name="adj" fmla="val 2025"/>
            </a:avLst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75320" y="12344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Semantic Search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75320" y="1783080"/>
            <a:ext cx="32004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Query embedded with the same BGE-M3 model (cross-lingual alignment)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Wide ANN candidate search (~50) over chunk_vectors in LanceDB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Cross-encoder rerank (bge-reranker-v2-m3)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Top 5-10 results returned to the UI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Optional category / language filters pushed down to LanceDB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2026-08-11T02:51:21Z</dcterms:created>
  <dcterms:modified xsi:type="dcterms:W3CDTF">2026-08-11T02:51:21Z</dcterms:modified>
</cp:coreProperties>
</file>